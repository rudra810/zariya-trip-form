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ptos Display"/>
              </a:rPr>
              <a:t>Zariya Website Audit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600">
                <a:solidFill>
                  <a:srgbClr val="E1E1E6"/>
                </a:solidFill>
                <a:latin typeface="Aptos"/>
              </a:rPr>
              <a:t>Luxury Gen Z Wear Positioning Review</a:t>
            </a:r>
          </a:p>
          <a:p>
            <a:r>
              <a:rPr sz="1600">
                <a:solidFill>
                  <a:srgbClr val="E1E1E6"/>
                </a:solidFill>
                <a:latin typeface="Aptos"/>
              </a:rPr>
              <a:t>Design + Startup Principles</a:t>
            </a:r>
          </a:p>
          <a:p>
            <a:r>
              <a:rPr sz="1600">
                <a:solidFill>
                  <a:srgbClr val="E1E1E6"/>
                </a:solidFill>
                <a:latin typeface="Aptos"/>
              </a:rPr>
              <a:t>Date: 29 Mar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669280"/>
            <a:ext cx="2926080" cy="7315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6171C"/>
                </a:solidFill>
                <a:latin typeface="Aptos Display"/>
              </a:defRPr>
            </a:pPr>
            <a:r>
              <a:t>Audit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920240" cy="4572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Homepage messaging, visual hierarchy, trust blocks, and conversion cues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Collection page merchandising, discount signaling, and product-card UX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Contact, shipping, and refund policy transparency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Brand-market fit against premium Gen Z fashion expectations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Startup readiness: trust, retention, repeat purchase, and scale risks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Data source: live crawl of zariyaofficial.com pages on 29 Mar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6171C"/>
                </a:solidFill>
                <a:latin typeface="Aptos Display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920240" cy="4572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Positioning intent is strong: premium quality + personal storytelling is clear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Current site behaves like a discount-led store, not a luxury-first brand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Most urgent fixes: brand credibility architecture, product storytelling depth, and trust proof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High impact issue: About page appears non-functional (404), reducing legitimacy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Policies exist, but language and precision need premium-grade clarity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With focused redesign and proof systems, conversion quality and AOV can improve significantly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6171C"/>
                </a:solidFill>
                <a:latin typeface="Aptos Display"/>
              </a:defRPr>
            </a:pPr>
            <a:r>
              <a:t>What Zariya Is Doing Well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920240" cy="4572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Strong core narrative on homepage: quality, craftsmanship, and identity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Relevant trust themes present: quality assurance, safe checkout, brand credibility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Direct social commerce bridges via Instagram and WhatsApp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Simple catalog flow and clear sale pricing visibility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Operational basics are in place: shipping and return/refund policy pages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Mobile-friendly Shopify infrastructure supports fast iteration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6171C"/>
                </a:solidFill>
                <a:latin typeface="Aptos Display"/>
              </a:defRPr>
            </a:pPr>
            <a:r>
              <a:t>Major Gaps (Priority P0/P1)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920240" cy="4572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Luxury vs discount conflict: prominent 41% OFF framing weakens premium perception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Brand proof deficit: limited visible social proof, founder credibility, and press/customer proof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Broken credibility path: About page resolves to 404 in crawl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Product pages likely under-leveraged for luxury conversion (fabric, fit, process, care, craft depth)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AI-generated style cues in media naming can reduce authenticity perception for premium audience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Inconsistent language polish in policy content can reduce trust for high-intent buyers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6171C"/>
                </a:solidFill>
                <a:latin typeface="Aptos Display"/>
              </a:defRPr>
            </a:pPr>
            <a:r>
              <a:t>Minor Gaps (Priority P2)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920240" cy="4572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Homepage hero appears image-heavy with low immediate proposition density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Information architecture shows limited discoverability links in crawl output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Floating social widget may compete with premium visual calm if overused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Policy copy contains placeholder-like wording and formatting artifacts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Lack of explicit shipping promise badges and easy returns summary near buy intent areas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No clear loyalty, membership, or post-purchase relationship layer on core surfaces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6171C"/>
                </a:solidFill>
                <a:latin typeface="Aptos Display"/>
              </a:defRPr>
            </a:pPr>
            <a:r>
              <a:t>Design Principles To Apply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920240" cy="4572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16171C"/>
                </a:solidFill>
                <a:latin typeface="Aptos Display"/>
              </a:defRPr>
            </a:pPr>
            <a:r>
              <a:t>Current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2344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16171C"/>
                </a:solidFill>
                <a:latin typeface="Aptos Display"/>
              </a:defRPr>
            </a:pPr>
            <a:r>
              <a:t>Recommended Luxury Gen Z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Generic D2C grid rhythm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Discount-first visual emphasis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Limited craft storytelling blocks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Trust and style cues separated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Low editorial depth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Editorial commerce: lookbook + product utility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Material-first proof: GSM, weave, fit videos, care science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Social proof with curation: verified UGC + style creators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Brand world coherence: typography, spacing, photography direction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Controlled scarcity: drops, waitlists, limited editions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6171C"/>
                </a:solidFill>
                <a:latin typeface="Aptos Display"/>
              </a:defRPr>
            </a:pPr>
            <a:r>
              <a:t>Startup Growth Principles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920240" cy="4572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Trust flywheel: proof assets -&gt; stronger conversion -&gt; better reviews -&gt; lower CAC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Retention over discounting: reduce promo dependence and increase product conviction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LTV architecture: post-purchase journeys, drops calendar, loyalty tiers, referral loops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Merchandising discipline: hero SKUs, bundles, and new-drop sequencing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Measurement stack: CVR by source, AOV by collection, repeat rate, contribution margin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Founder brand signal: narrative, behind-the-scenes quality process, and clear mission proof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6171C"/>
                </a:solidFill>
                <a:latin typeface="Aptos Display"/>
              </a:defRPr>
            </a:pPr>
            <a:r>
              <a:t>Compared To Premium D2C Peers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920240" cy="4572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16171C"/>
                </a:solidFill>
                <a:latin typeface="Aptos Display"/>
              </a:defRPr>
            </a:pPr>
            <a:r>
              <a:t>Where Zariya Is Better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2344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16171C"/>
                </a:solidFill>
                <a:latin typeface="Aptos Display"/>
              </a:defRPr>
            </a:pPr>
            <a:r>
              <a:t>Where Zariya Is Behind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Clear articulation of quality and emotional identity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Direct social messaging channels already integrated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Simple, friction-light product discovery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Clean baseline storefront without excessive clutter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Ability to move quickly on Shopify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Luxury brand proof and authority systems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Editorial storytelling and style universe depth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Premium conversion architecture on PDP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Consistency in copy, policy quality, and trust polish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Retention ecosystem beyond first purchase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6171C"/>
                </a:solidFill>
                <a:latin typeface="Aptos Display"/>
              </a:defRPr>
            </a:pPr>
            <a:r>
              <a:t>Action Plan: 30-60-90 Days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920240" cy="4572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0-30 days: fix About page, rewrite policy copy, add trust badges, improve hero proposition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0-30 days: redesign discount communication to avoid anti-luxury framing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31-60 days: upgrade PDP with material, fit, care, and craftsmanship modules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31-60 days: deploy UGC/reviews system with premium moderation and visual consistency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61-90 days: launch drop calendar, referral loop, and founder-led content series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61-90 days: set KPI dashboard and weekly growth-review ritual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6171C"/>
                </a:solidFill>
                <a:latin typeface="Aptos Display"/>
              </a:defRPr>
            </a:pPr>
            <a:r>
              <a:t>KPIs To Track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920240" cy="4572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16171C"/>
                </a:solidFill>
                <a:latin typeface="Aptos Display"/>
              </a:defRPr>
            </a:pPr>
            <a:r>
              <a:t>Conversion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2344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16171C"/>
                </a:solidFill>
                <a:latin typeface="Aptos Display"/>
              </a:defRPr>
            </a:pPr>
            <a:r>
              <a:t>Brand Health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PDP to cart rate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Checkout completion rate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Average order value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Full-price sell-through vs discounted sell-through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Return rate by SKU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Repeat purchase rate (30/60/90 day)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NPS or post-purchase satisfaction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UGC volume and verified review velocity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Direct traffic share and branded search trend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Contribution margin after shipping and returns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6171C"/>
                </a:solidFill>
                <a:latin typeface="Aptos Display"/>
              </a:defRPr>
            </a:pPr>
            <a:r>
              <a:t>Evidence Snapshot From Crawl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920240" cy="4572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Homepage copy includes: Why Zariya, Quality Assurance, Brand Credibility, Safe Checkout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Collection page shows repeated 41% OFF and price Rs. 699 vs Rs. 1,199 presentation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Contact pathways available: Instagram, WhatsApp, email, phone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Shipping policy present: process 1-3 business days, delivery 3-6 business days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Refund policy present: 7-day return window, customer-paid return shipping unless issue at brand side</a:t>
            </a:r>
          </a:p>
          <a:p>
            <a:pPr>
              <a:spcAft>
                <a:spcPts val="800"/>
              </a:spcAft>
              <a:defRPr sz="2000">
                <a:solidFill>
                  <a:srgbClr val="32343A"/>
                </a:solidFill>
                <a:latin typeface="Aptos"/>
              </a:defRPr>
            </a:pPr>
            <a:r>
              <a:t>About page crawl result: appears as 404 page, requiring immediate correction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