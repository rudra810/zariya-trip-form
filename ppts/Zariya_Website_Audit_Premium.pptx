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Aptos Display"/>
              </a:defRPr>
            </a:pPr>
            <a:r>
              <a:t>ZARIYA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5A562"/>
                </a:solidFill>
                <a:latin typeface="Aptos"/>
              </a:defRPr>
            </a:pPr>
            <a:r>
              <a:t>WEBSITE AUDIT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27432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D"/>
                </a:solidFill>
                <a:latin typeface="Aptos"/>
              </a:defRPr>
            </a:pPr>
            <a:r>
              <a:t>Premium Gen Z Fashion Positioning Review</a:t>
            </a:r>
          </a:p>
          <a:p>
            <a:pPr>
              <a:defRPr sz="1600">
                <a:solidFill>
                  <a:srgbClr val="787880"/>
                </a:solidFill>
                <a:latin typeface="Aptos"/>
              </a:defRPr>
            </a:pPr>
            <a:r>
              <a:t>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69848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212"/>
                </a:solidFill>
                <a:latin typeface="Aptos Display"/>
              </a:defRPr>
            </a:pPr>
            <a:r>
              <a:t>AUDIT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80"/>
                </a:solidFill>
                <a:latin typeface="Aptos"/>
              </a:defRPr>
            </a:pPr>
            <a:r>
              <a:t>What was analyzed in this review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727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Homepage messaging, visual hierarchy, and conversion elements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1284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Collection page merchandising and pricing presentation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Contact, shipping, and refund policy transparency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9300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Brand-market fit for premium Gen Z fashion segment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3308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Startup readiness: trust, retention, and scale factors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731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Data source: Live website crawl (zariyaofficial.com)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D"/>
                </a:solidFill>
                <a:latin typeface="Aptos"/>
              </a:defRPr>
            </a:pPr>
            <a:r>
              <a:t>Key findings at a glance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727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Strong positioning intent: Premium quality + personal storytelling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1284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Current site behaves like discount-led store, not luxury brand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Urgent fixes needed: Brand credibility, product storytelling, trust proof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9300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Critical issue: About page appears broken (404 error)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3308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Policies exist but need premium-grade clarity and polish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731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High potential for conversion &amp; AOV improvement with focused redesign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212"/>
                </a:solidFill>
                <a:latin typeface="Aptos Display"/>
              </a:defRPr>
            </a:pPr>
            <a:r>
              <a:t>WHAT'S WORKING 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80"/>
                </a:solidFill>
                <a:latin typeface="Aptos"/>
              </a:defRPr>
            </a:pPr>
            <a:r>
              <a:t>Strengths to build upon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813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41"/>
                </a:solidFill>
                <a:latin typeface="Aptos"/>
              </a:defRPr>
            </a:pPr>
            <a:r>
              <a:t>Strong narrative: Quality, craftsmanship, and identity messaging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320040" cy="3200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7568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756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41"/>
                </a:solidFill>
                <a:latin typeface="Aptos"/>
              </a:defRPr>
            </a:pPr>
            <a:r>
              <a:t>Trust themes present: Quality assurance, safe checkout cues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51760"/>
            <a:ext cx="320040" cy="3200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70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41"/>
                </a:solidFill>
                <a:latin typeface="Aptos"/>
              </a:defRPr>
            </a:pPr>
            <a:r>
              <a:t>Direct social commerce: Instagram &amp; WhatsApp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246120"/>
            <a:ext cx="320040" cy="3200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6440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644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41"/>
                </a:solidFill>
                <a:latin typeface="Aptos"/>
              </a:defRPr>
            </a:pPr>
            <a:r>
              <a:t>Clear pricing visibility and simple catalog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587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587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41"/>
                </a:solidFill>
                <a:latin typeface="Aptos"/>
              </a:defRPr>
            </a:pPr>
            <a:r>
              <a:t>Operational basics in place: Shipping &amp; refund policies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434840"/>
            <a:ext cx="320040" cy="3200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531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41"/>
                </a:solidFill>
                <a:latin typeface="Aptos"/>
              </a:defRPr>
            </a:pPr>
            <a:r>
              <a:t>Mobile-friendly Shopify infrastructure for fast iteration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212"/>
                </a:solidFill>
                <a:latin typeface="Aptos Display"/>
              </a:defRPr>
            </a:pPr>
            <a:r>
              <a:t>CRITICAL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80"/>
                </a:solidFill>
                <a:latin typeface="Aptos"/>
              </a:defRPr>
            </a:pPr>
            <a:r>
              <a:t>Priority P0/P1 - Fix immediately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727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Luxury vs Discount conflict: 41% OFF framing undermines premium image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1284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Brand proof deficit: Limited social proof, founder credibility, press mentions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Broken credibility path: About page returns 404 error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9300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Product pages under-leveraged: Missing fabric, fit, process, care details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3308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AI-generated media names reduce authenticity perception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731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Inconsistent language polish in policy content hurts trust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212"/>
                </a:solidFill>
                <a:latin typeface="Aptos Display"/>
              </a:defRPr>
            </a:pPr>
            <a:r>
              <a:t>MINOR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80"/>
                </a:solidFill>
                <a:latin typeface="Aptos"/>
              </a:defRPr>
            </a:pPr>
            <a:r>
              <a:t>Priority P2 - Address soon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727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Homepage hero: Image-heavy with low proposition density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1284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Limited discoverability links in navigation structure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Floating social widget may disrupt premium visual calm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9300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Policy copy contains placeholder-like formatting artifacts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3308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Missing shipping promise badges near purchase areas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731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41"/>
                </a:solidFill>
                <a:latin typeface="Aptos"/>
              </a:defRPr>
            </a:pPr>
            <a:r>
              <a:t>No loyalty/membership layer for customer retention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212"/>
                </a:solidFill>
                <a:latin typeface="Aptos Display"/>
              </a:defRPr>
            </a:pPr>
            <a:r>
              <a:t>DESIGN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80"/>
                </a:solidFill>
                <a:latin typeface="Aptos"/>
              </a:defRPr>
            </a:pPr>
            <a:r>
              <a:t>Current vs Recommended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212"/>
                </a:solidFill>
                <a:latin typeface="Aptos Display"/>
              </a:defRPr>
            </a:pPr>
            <a:r>
              <a:t>Current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3716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212"/>
                </a:solidFill>
                <a:latin typeface="Aptos Display"/>
              </a:defRPr>
            </a:pPr>
            <a:r>
              <a:t>Luxury Gen Z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91640"/>
            <a:ext cx="13716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01168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Generic D2C grid layout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6032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Discount-first visual emphasis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10896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Limited craft storytelling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5760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Trust and style cues separated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0624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Low editorial depth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1168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Editorial commerce: Lookbook + product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6032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Material-first: GSM, weave, fit videos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Curated UGC + style creator proof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65760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Coherent brand world aesthetic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20624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Controlled scarcity: Drops &amp; waitlists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GROWTH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D"/>
                </a:solidFill>
                <a:latin typeface="Aptos"/>
              </a:defRPr>
            </a:pPr>
            <a:r>
              <a:t>Startup scaling strategies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727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Trust Flywheel: Proof assets → Better conversion → More reviews → Lower CAC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1284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Retention Over Discounting: Reduce promo dependence, increase conviction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LTV Architecture: Post-purchase journeys, drops calendar, loyalty tiers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9300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Merchandising Discipline: Hero SKUs, bundles, new-drop sequencing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3308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Measurement Stack: CVR by source, AOV by collection, repeat rate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731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Founder Brand Signal: Narrative, behind-the-scenes, mission proof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212"/>
                </a:solidFill>
                <a:latin typeface="Aptos Display"/>
              </a:defRPr>
            </a:pPr>
            <a:r>
              <a:t>COMPETITIVE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80"/>
                </a:solidFill>
                <a:latin typeface="Aptos"/>
              </a:defRPr>
            </a:pPr>
            <a:r>
              <a:t>vs Premium D2C peers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212"/>
                </a:solidFill>
                <a:latin typeface="Aptos Display"/>
              </a:defRPr>
            </a:pPr>
            <a:r>
              <a:t>Where Zariya Leads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3716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212"/>
                </a:solidFill>
                <a:latin typeface="Aptos Display"/>
              </a:defRPr>
            </a:pPr>
            <a:r>
              <a:t>Where Zariya Trails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91640"/>
            <a:ext cx="13716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01168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Clear quality + emotional identity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6032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Social messaging already integrated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10896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Simple, friction-light discovery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5760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Clean baseline storefront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0624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Quick iteration on Shopify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1168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Luxury authority systems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6032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Editorial storytelling depth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Premium PDP conversion design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65760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Copy and policy polish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20624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Post-purchase retention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212"/>
                </a:solidFill>
                <a:latin typeface="Aptos Display"/>
              </a:defRPr>
            </a:pPr>
            <a:r>
              <a:t>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80"/>
                </a:solidFill>
                <a:latin typeface="Aptos"/>
              </a:defRPr>
            </a:pPr>
            <a:r>
              <a:t>30-60-90 day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5874B"/>
                </a:solidFill>
                <a:latin typeface="Aptos Display"/>
              </a:defRPr>
            </a:pPr>
            <a:r>
              <a:t>Days 0-30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9728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933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Fix About page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505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Rewrite policy copy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9077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Add trust badges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649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Improve hero message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822191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Redesign discount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3716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5874B"/>
                </a:solidFill>
                <a:latin typeface="Aptos Display"/>
              </a:defRPr>
            </a:pPr>
            <a:r>
              <a:t>Days 31-60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737360"/>
            <a:ext cx="109728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9933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Upgrade PDP content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24505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Add material/fit/care info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29077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Deploy UGC system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33649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Premium review moderation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480560" y="3822191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Visual 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3716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5874B"/>
                </a:solidFill>
                <a:latin typeface="Aptos Display"/>
              </a:defRPr>
            </a:pPr>
            <a:r>
              <a:t>Days 61-90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737360"/>
            <a:ext cx="109728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19933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Launch drop calendar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24505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Build referral loop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29077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19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Founder content series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3364992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19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KPI dashboard setup</a:t>
            </a:r>
          </a:p>
        </p:txBody>
      </p:sp>
      <p:sp>
        <p:nvSpPr>
          <p:cNvPr id="39" name="Oval 38"/>
          <p:cNvSpPr/>
          <p:nvPr/>
        </p:nvSpPr>
        <p:spPr>
          <a:xfrm>
            <a:off x="8321040" y="3822191"/>
            <a:ext cx="73152" cy="73152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19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41"/>
                </a:solidFill>
                <a:latin typeface="Aptos"/>
              </a:defRPr>
            </a:pPr>
            <a:r>
              <a:t>Weekly growth reviews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212"/>
                </a:solidFill>
                <a:latin typeface="Aptos Display"/>
              </a:defRPr>
            </a:pPr>
            <a:r>
              <a:t>KPIS TO 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80"/>
                </a:solidFill>
                <a:latin typeface="Aptos"/>
              </a:defRPr>
            </a:pPr>
            <a:r>
              <a:t>Metrics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212"/>
                </a:solidFill>
                <a:latin typeface="Aptos Display"/>
              </a:defRPr>
            </a:pPr>
            <a:r>
              <a:t>Conversion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3716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212"/>
                </a:solidFill>
                <a:latin typeface="Aptos Display"/>
              </a:defRPr>
            </a:pPr>
            <a:r>
              <a:t>Brand 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91640"/>
            <a:ext cx="13716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01168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PDP to cart rate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6032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Checkout completion rate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10896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Average order value (AOV)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5760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Full-price vs discounted sales ratio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0624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Return rate by SKU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1168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Repeat purchase rate (30/60/90 day)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6032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NPS / Post-purchase satisfaction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UGC volume &amp; review velocity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65760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Direct traffic &amp; branded search trend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206240"/>
            <a:ext cx="91440" cy="91440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41"/>
                </a:solidFill>
                <a:latin typeface="Aptos"/>
              </a:defRPr>
            </a:pPr>
            <a:r>
              <a:t>Contribution margin after returns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EVIDENCE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D"/>
                </a:solidFill>
                <a:latin typeface="Aptos"/>
              </a:defRPr>
            </a:pPr>
            <a:r>
              <a:t>From website crawl analysis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727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Homepage: Why Zariya, Quality Assurance, Brand Credibility, Safe Checkout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1284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Collection: Repeated 41% OFF, pricing Rs.699 vs Rs.1,199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5292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Contact: Instagram, WhatsApp, email, phone available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9300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Shipping: Process 1-3 days, delivery 3-6 business days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3308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Refund: 7-day return window, customer-paid return shipping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73168"/>
            <a:ext cx="109728" cy="109728"/>
          </a:xfrm>
          <a:prstGeom prst="ellipse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D"/>
                </a:solidFill>
                <a:latin typeface="Aptos"/>
              </a:defRPr>
            </a:pPr>
            <a:r>
              <a:t>About Page: Returns 404 - requires immediate correction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474720"/>
            <a:ext cx="182880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CD"/>
                </a:solidFill>
                <a:latin typeface="Aptos"/>
              </a:defRPr>
            </a:pPr>
            <a:r>
              <a:t>Ready to elevate Zariya to premium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80"/>
                </a:solidFill>
                <a:latin typeface="Aptos"/>
              </a:defRPr>
            </a:pPr>
            <a:r>
              <a:t>zariyaofficial.com |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698480" cy="54864"/>
          </a:xfrm>
          <a:prstGeom prst="rect">
            <a:avLst/>
          </a:prstGeom>
          <a:solidFill>
            <a:srgbClr val="C5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